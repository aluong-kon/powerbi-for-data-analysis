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Profit &amp; Growth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by: Aluong</a:t>
            </a:r>
          </a:p>
          <a:p>
            <a:r>
              <a:t>Tool: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sales, profit, and growth drivers</a:t>
            </a:r>
          </a:p>
          <a:p>
            <a:r>
              <a:t>• Identify strategic actions:</a:t>
            </a:r>
          </a:p>
          <a:p>
            <a:r>
              <a:t>  - What to Grow</a:t>
            </a:r>
          </a:p>
          <a:p>
            <a:r>
              <a:t>  - What to Fix</a:t>
            </a:r>
          </a:p>
          <a:p>
            <a:r>
              <a:t>  - What to Stop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KPIs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Sales</a:t>
            </a:r>
          </a:p>
          <a:p>
            <a:r>
              <a:t>• Total Profit</a:t>
            </a:r>
          </a:p>
          <a:p>
            <a:r>
              <a:t>• Profit Margin</a:t>
            </a:r>
          </a:p>
          <a:p>
            <a:r>
              <a:t>• YoY / MoM Growth</a:t>
            </a:r>
          </a:p>
          <a:p>
            <a:r>
              <a:t>• Number of Orders</a:t>
            </a:r>
          </a:p>
          <a:p/>
          <a:p>
            <a:r>
              <a:t>Insight:</a:t>
            </a:r>
          </a:p>
          <a:p>
            <a:r>
              <a:t>Revenue is growing, but profit growth is slower, indicating margin pressure.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GROW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High-profit categories or segments</a:t>
            </a:r>
          </a:p>
          <a:p>
            <a:r>
              <a:t>• Regions with strong growth and positive margins</a:t>
            </a:r>
          </a:p>
          <a:p/>
          <a:p>
            <a:r>
              <a:t>Actionable Recommendations:</a:t>
            </a:r>
          </a:p>
          <a:p>
            <a:r>
              <a:t>• Increase marketing spend in high-growth regions</a:t>
            </a:r>
          </a:p>
          <a:p>
            <a:r>
              <a:t>• Expand inventory for top-performing categories</a:t>
            </a:r>
          </a:p>
          <a:p>
            <a:r>
              <a:t>• Upsell premium products with strong margins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FIX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sales but low or negative profit areas</a:t>
            </a:r>
          </a:p>
          <a:p>
            <a:r>
              <a:t>• Regions/categories with declining margins</a:t>
            </a:r>
          </a:p>
          <a:p/>
          <a:p>
            <a:r>
              <a:t>Actionable Recommendations:</a:t>
            </a:r>
          </a:p>
          <a:p>
            <a:r>
              <a:t>• Review discount strategy</a:t>
            </a:r>
          </a:p>
          <a:p>
            <a:r>
              <a:t>• Optimize shipping and logistics costs</a:t>
            </a:r>
          </a:p>
          <a:p>
            <a:r>
              <a:t>• Reprice low-margin products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STOP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Consistently loss-making products or segments</a:t>
            </a:r>
          </a:p>
          <a:p>
            <a:r>
              <a:t>• Regions with declining sales and negative profit trends</a:t>
            </a:r>
          </a:p>
          <a:p/>
          <a:p>
            <a:r>
              <a:t>Actionable Recommendations:</a:t>
            </a:r>
          </a:p>
          <a:p>
            <a:r>
              <a:t>• Discontinue or bundle poor-performing products</a:t>
            </a:r>
          </a:p>
          <a:p>
            <a:r>
              <a:t>• Exit unprofitable markets or reduce exposure</a:t>
            </a:r>
          </a:p>
          <a:p>
            <a:r>
              <a:t>• Stop aggressive discounting with no ROI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Risks:</a:t>
            </a:r>
          </a:p>
          <a:p>
            <a:r>
              <a:t>• Over-reliance on low-margin sales</a:t>
            </a:r>
          </a:p>
          <a:p>
            <a:r>
              <a:t>• High operational costs</a:t>
            </a:r>
          </a:p>
          <a:p/>
          <a:p>
            <a:r>
              <a:t>Opportunities:</a:t>
            </a:r>
          </a:p>
          <a:p>
            <a:r>
              <a:t>• Focus on profitable niches</a:t>
            </a:r>
          </a:p>
          <a:p>
            <a:r>
              <a:t>• Data-driven pricing strategy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Improved profitability</a:t>
            </a:r>
          </a:p>
          <a:p>
            <a:r>
              <a:t>• Better capital allocation</a:t>
            </a:r>
          </a:p>
          <a:p>
            <a:r>
              <a:t>• Clear strategic focus on growth areas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